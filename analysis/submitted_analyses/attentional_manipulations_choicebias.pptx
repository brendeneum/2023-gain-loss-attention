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7" r:id="rId2"/>
  </p:sldIdLst>
  <p:sldSz cx="7772400" cy="6218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8"/>
  </p:normalViewPr>
  <p:slideViewPr>
    <p:cSldViewPr snapToGrid="0">
      <p:cViewPr varScale="1">
        <p:scale>
          <a:sx n="128" d="100"/>
          <a:sy n="128" d="100"/>
        </p:scale>
        <p:origin x="1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017661"/>
            <a:ext cx="6606540" cy="2164868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266015"/>
            <a:ext cx="5829300" cy="150130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6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550243"/>
            <a:ext cx="6703695" cy="25866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4161327"/>
            <a:ext cx="6703695" cy="1360239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655318"/>
            <a:ext cx="3303270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655318"/>
            <a:ext cx="3303270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31065"/>
            <a:ext cx="6703695" cy="12019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524332"/>
            <a:ext cx="3288089" cy="747052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271384"/>
            <a:ext cx="3288089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524332"/>
            <a:ext cx="3304282" cy="747052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271384"/>
            <a:ext cx="3304282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2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2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4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4549"/>
            <a:ext cx="2506801" cy="1450922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895313"/>
            <a:ext cx="3934778" cy="4418979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865471"/>
            <a:ext cx="2506801" cy="3456017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10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4549"/>
            <a:ext cx="2506801" cy="1450922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895313"/>
            <a:ext cx="3934778" cy="4418979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865471"/>
            <a:ext cx="2506801" cy="3456017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1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2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31064"/>
            <a:ext cx="1675924" cy="52696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31064"/>
            <a:ext cx="4930616" cy="52696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31065"/>
            <a:ext cx="6703695" cy="12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655318"/>
            <a:ext cx="6703695" cy="39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763387"/>
            <a:ext cx="174879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5763387"/>
            <a:ext cx="2623185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763387"/>
            <a:ext cx="174879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1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72C611-CD93-A48D-256A-A6479EB1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"/>
            <a:ext cx="7772400" cy="3108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93947E-7ABC-1DEB-4CF9-05FB3C42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278"/>
            <a:ext cx="7772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9</cp:revision>
  <dcterms:created xsi:type="dcterms:W3CDTF">2024-01-26T18:27:11Z</dcterms:created>
  <dcterms:modified xsi:type="dcterms:W3CDTF">2024-07-02T22:43:43Z</dcterms:modified>
</cp:coreProperties>
</file>