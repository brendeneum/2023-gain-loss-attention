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7" r:id="rId2"/>
  </p:sldIdLst>
  <p:sldSz cx="7772400" cy="12436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8"/>
  </p:normalViewPr>
  <p:slideViewPr>
    <p:cSldViewPr snapToGrid="0">
      <p:cViewPr varScale="1">
        <p:scale>
          <a:sx n="64" d="100"/>
          <a:sy n="64" d="100"/>
        </p:scale>
        <p:origin x="3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2035322"/>
            <a:ext cx="6606540" cy="4329736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6532029"/>
            <a:ext cx="5829300" cy="3002602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5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3100486"/>
            <a:ext cx="6703695" cy="5173227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8322654"/>
            <a:ext cx="6703695" cy="2720478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8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3310636"/>
            <a:ext cx="3303270" cy="7890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3310636"/>
            <a:ext cx="3303270" cy="7890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1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62130"/>
            <a:ext cx="6703695" cy="24038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3048665"/>
            <a:ext cx="3288089" cy="1494103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4542768"/>
            <a:ext cx="3288089" cy="6681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3048665"/>
            <a:ext cx="3304282" cy="1494103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4542768"/>
            <a:ext cx="3304282" cy="6681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1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2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4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829098"/>
            <a:ext cx="2506801" cy="2901844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790625"/>
            <a:ext cx="3934778" cy="8837958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730943"/>
            <a:ext cx="2506801" cy="6912032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57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829098"/>
            <a:ext cx="2506801" cy="2901844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790625"/>
            <a:ext cx="3934778" cy="8837958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730943"/>
            <a:ext cx="2506801" cy="6912032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5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662127"/>
            <a:ext cx="1675924" cy="10539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662127"/>
            <a:ext cx="4930616" cy="10539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3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662130"/>
            <a:ext cx="6703695" cy="2403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3310636"/>
            <a:ext cx="6703695" cy="7890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11526773"/>
            <a:ext cx="1748790" cy="662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11526773"/>
            <a:ext cx="2623185" cy="662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11526773"/>
            <a:ext cx="1748790" cy="662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2A49C3-37D7-F3D1-82F7-BA6FFD25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108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D457DC-FC3A-DEEE-FCAB-72C838F63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7920"/>
            <a:ext cx="7772400" cy="3108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5F3110-7BC1-4E1D-6457-0A203A136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27515"/>
            <a:ext cx="7772400" cy="3108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FE9E5E-A3FE-0269-2DB5-DFD191BC9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08325"/>
            <a:ext cx="7772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10</cp:revision>
  <dcterms:created xsi:type="dcterms:W3CDTF">2024-01-26T18:27:11Z</dcterms:created>
  <dcterms:modified xsi:type="dcterms:W3CDTF">2024-07-02T22:42:16Z</dcterms:modified>
</cp:coreProperties>
</file>