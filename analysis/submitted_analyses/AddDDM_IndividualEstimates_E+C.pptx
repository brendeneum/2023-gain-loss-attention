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7" r:id="rId2"/>
  </p:sldIdLst>
  <p:sldSz cx="9875838" cy="1234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4"/>
    <p:restoredTop sz="94663"/>
  </p:normalViewPr>
  <p:slideViewPr>
    <p:cSldViewPr snapToGrid="0">
      <p:cViewPr varScale="1">
        <p:scale>
          <a:sx n="65" d="100"/>
          <a:sy n="65" d="100"/>
        </p:scale>
        <p:origin x="31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2020253"/>
            <a:ext cx="8394462" cy="4297680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6483668"/>
            <a:ext cx="7406879" cy="2980372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0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0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3077531"/>
            <a:ext cx="8517910" cy="5134927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8261036"/>
            <a:ext cx="8517910" cy="2700337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/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0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3286125"/>
            <a:ext cx="419723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3286125"/>
            <a:ext cx="419723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15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657228"/>
            <a:ext cx="8517910" cy="23860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3026093"/>
            <a:ext cx="4177942" cy="1483042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4509135"/>
            <a:ext cx="4177942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3026093"/>
            <a:ext cx="4198517" cy="1483042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4509135"/>
            <a:ext cx="4198517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29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29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5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822960"/>
            <a:ext cx="3185215" cy="2880360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1777368"/>
            <a:ext cx="4999643" cy="8772525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3703320"/>
            <a:ext cx="3185215" cy="6860858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1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822960"/>
            <a:ext cx="3185215" cy="2880360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1777368"/>
            <a:ext cx="4999643" cy="8772525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3703320"/>
            <a:ext cx="3185215" cy="6860858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41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3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657225"/>
            <a:ext cx="2129478" cy="1046130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657225"/>
            <a:ext cx="6264985" cy="10461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6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657228"/>
            <a:ext cx="8517910" cy="2386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3286125"/>
            <a:ext cx="8517910" cy="783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11441433"/>
            <a:ext cx="2222064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11441433"/>
            <a:ext cx="3333095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11441433"/>
            <a:ext cx="2222064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07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29E1621-45F5-0E44-8AE7-A27A3F167BBB}"/>
              </a:ext>
            </a:extLst>
          </p:cNvPr>
          <p:cNvSpPr txBox="1"/>
          <p:nvPr/>
        </p:nvSpPr>
        <p:spPr>
          <a:xfrm rot="16200000">
            <a:off x="-1611219" y="1611044"/>
            <a:ext cx="3684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Exploratory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D002C-597E-27AE-5BF2-45F12AD9ABE3}"/>
              </a:ext>
            </a:extLst>
          </p:cNvPr>
          <p:cNvSpPr txBox="1"/>
          <p:nvPr/>
        </p:nvSpPr>
        <p:spPr>
          <a:xfrm rot="16200000">
            <a:off x="-1611221" y="5726021"/>
            <a:ext cx="3684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Confirmatory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05F242-B1C7-73A8-0609-CA9A5563B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2" y="0"/>
            <a:ext cx="9405257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2595F1-9120-32E5-80D5-0DFCB9ABB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82" y="4114801"/>
            <a:ext cx="9405257" cy="411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D8B86B-171E-6BCC-41B3-98A75D0DE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82" y="8229601"/>
            <a:ext cx="9405257" cy="4114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21252E-7FBA-D7A8-2D06-72DC4DF37827}"/>
              </a:ext>
            </a:extLst>
          </p:cNvPr>
          <p:cNvSpPr txBox="1"/>
          <p:nvPr/>
        </p:nvSpPr>
        <p:spPr>
          <a:xfrm rot="16200000">
            <a:off x="-1611222" y="9840821"/>
            <a:ext cx="3684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Joint</a:t>
            </a:r>
          </a:p>
        </p:txBody>
      </p:sp>
    </p:spTree>
    <p:extLst>
      <p:ext uri="{BB962C8B-B14F-4D97-AF65-F5344CB8AC3E}">
        <p14:creationId xmlns:p14="http://schemas.microsoft.com/office/powerpoint/2010/main" val="370762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196</TotalTime>
  <Words>3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Eum, Brenden</dc:creator>
  <cp:lastModifiedBy>Eum, Brenden</cp:lastModifiedBy>
  <cp:revision>25</cp:revision>
  <cp:lastPrinted>2024-05-17T01:42:47Z</cp:lastPrinted>
  <dcterms:created xsi:type="dcterms:W3CDTF">2024-01-26T18:27:11Z</dcterms:created>
  <dcterms:modified xsi:type="dcterms:W3CDTF">2024-07-01T19:19:41Z</dcterms:modified>
</cp:coreProperties>
</file>