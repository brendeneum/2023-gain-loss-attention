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7" r:id="rId2"/>
  </p:sldIdLst>
  <p:sldSz cx="8229600" cy="10150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4663"/>
  </p:normalViewPr>
  <p:slideViewPr>
    <p:cSldViewPr snapToGrid="0">
      <p:cViewPr varScale="1">
        <p:scale>
          <a:sx n="79" d="100"/>
          <a:sy n="79" d="100"/>
        </p:scale>
        <p:origin x="292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1661201"/>
            <a:ext cx="6995160" cy="3533869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331350"/>
            <a:ext cx="6172200" cy="2450681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4C3C-A36F-F249-809C-A0018531D0A6}" type="datetimeFigureOut">
              <a:rPr lang="en-US" smtClean="0"/>
              <a:t>7/3/24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677F-7782-2B4C-9766-B1B982891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01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4C3C-A36F-F249-809C-A0018531D0A6}" type="datetimeFigureOut">
              <a:rPr lang="en-US" smtClean="0"/>
              <a:t>7/3/24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677F-7782-2B4C-9766-B1B982891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95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2530573"/>
            <a:ext cx="7098030" cy="422231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6792832"/>
            <a:ext cx="7098030" cy="2220416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/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4C3C-A36F-F249-809C-A0018531D0A6}" type="datetimeFigureOut">
              <a:rPr lang="en-US" smtClean="0"/>
              <a:t>7/3/24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677F-7782-2B4C-9766-B1B982891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80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2702094"/>
            <a:ext cx="3497580" cy="6440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2702094"/>
            <a:ext cx="3497580" cy="6440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4C3C-A36F-F249-809C-A0018531D0A6}" type="datetimeFigureOut">
              <a:rPr lang="en-US" smtClean="0"/>
              <a:t>7/3/24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677F-7782-2B4C-9766-B1B982891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4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540421"/>
            <a:ext cx="7098030" cy="1961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8" y="2488277"/>
            <a:ext cx="3481506" cy="1219466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8" y="3707743"/>
            <a:ext cx="3481506" cy="54535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2488277"/>
            <a:ext cx="3498652" cy="1219466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3707743"/>
            <a:ext cx="3498652" cy="54535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4C3C-A36F-F249-809C-A0018531D0A6}" type="datetimeFigureOut">
              <a:rPr lang="en-US" smtClean="0"/>
              <a:t>7/3/24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677F-7782-2B4C-9766-B1B982891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0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4C3C-A36F-F249-809C-A0018531D0A6}" type="datetimeFigureOut">
              <a:rPr lang="en-US" smtClean="0"/>
              <a:t>7/3/24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677F-7782-2B4C-9766-B1B982891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3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4C3C-A36F-F249-809C-A0018531D0A6}" type="datetimeFigureOut">
              <a:rPr lang="en-US" smtClean="0"/>
              <a:t>7/3/24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677F-7782-2B4C-9766-B1B982891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79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676698"/>
            <a:ext cx="2654260" cy="2368444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1461483"/>
            <a:ext cx="4166235" cy="7213416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3045143"/>
            <a:ext cx="2654260" cy="5641503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4C3C-A36F-F249-809C-A0018531D0A6}" type="datetimeFigureOut">
              <a:rPr lang="en-US" smtClean="0"/>
              <a:t>7/3/24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677F-7782-2B4C-9766-B1B982891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4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676698"/>
            <a:ext cx="2654260" cy="2368444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1461483"/>
            <a:ext cx="4166235" cy="7213416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3045143"/>
            <a:ext cx="2654260" cy="5641503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4C3C-A36F-F249-809C-A0018531D0A6}" type="datetimeFigureOut">
              <a:rPr lang="en-US" smtClean="0"/>
              <a:t>7/3/24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677F-7782-2B4C-9766-B1B982891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89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4C3C-A36F-F249-809C-A0018531D0A6}" type="datetimeFigureOut">
              <a:rPr lang="en-US" smtClean="0"/>
              <a:t>7/3/24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677F-7782-2B4C-9766-B1B982891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97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8" y="540419"/>
            <a:ext cx="1774508" cy="86020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540419"/>
            <a:ext cx="5220653" cy="86020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34C3C-A36F-F249-809C-A0018531D0A6}" type="datetimeFigureOut">
              <a:rPr lang="en-US" smtClean="0"/>
              <a:t>7/3/24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677F-7782-2B4C-9766-B1B982891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5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540421"/>
            <a:ext cx="7098030" cy="1961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2702094"/>
            <a:ext cx="7098030" cy="6440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9407989"/>
            <a:ext cx="1851660" cy="5404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34C3C-A36F-F249-809C-A0018531D0A6}" type="datetimeFigureOut">
              <a:rPr lang="en-US" smtClean="0"/>
              <a:t>7/3/24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9407989"/>
            <a:ext cx="2777490" cy="5404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9407989"/>
            <a:ext cx="1851660" cy="5404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2677F-7782-2B4C-9766-B1B982891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28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0CC693-1F87-D9A0-CFB9-1951B102B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118037"/>
            <a:ext cx="7772400" cy="20324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67DCA0-F5E4-FEAC-43C2-E47980813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0"/>
            <a:ext cx="7772400" cy="20324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5939489-069D-2917-0E79-7D7D849D6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32438"/>
            <a:ext cx="7772400" cy="20324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D6CEB8B-1DBB-5664-7E42-69801C4CB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49548"/>
            <a:ext cx="7772400" cy="20324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48DDB14-6F32-2325-4499-FAA1C3C1B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089650"/>
            <a:ext cx="7772400" cy="2032438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51FAF800-FAD4-F8AE-C359-35599A9EDC3E}"/>
              </a:ext>
            </a:extLst>
          </p:cNvPr>
          <p:cNvSpPr/>
          <p:nvPr/>
        </p:nvSpPr>
        <p:spPr>
          <a:xfrm>
            <a:off x="935595" y="2522360"/>
            <a:ext cx="381504" cy="272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CA59A7-20CC-0D9F-B70E-D8F4191FBD04}"/>
              </a:ext>
            </a:extLst>
          </p:cNvPr>
          <p:cNvSpPr/>
          <p:nvPr/>
        </p:nvSpPr>
        <p:spPr>
          <a:xfrm>
            <a:off x="935595" y="4231057"/>
            <a:ext cx="381504" cy="272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47B56B5-E5AA-9138-A837-1212C8911BAA}"/>
              </a:ext>
            </a:extLst>
          </p:cNvPr>
          <p:cNvSpPr/>
          <p:nvPr/>
        </p:nvSpPr>
        <p:spPr>
          <a:xfrm>
            <a:off x="935595" y="6259037"/>
            <a:ext cx="381504" cy="272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E392E38-4D61-EB0E-41F6-AF8740AF8919}"/>
              </a:ext>
            </a:extLst>
          </p:cNvPr>
          <p:cNvSpPr/>
          <p:nvPr/>
        </p:nvSpPr>
        <p:spPr>
          <a:xfrm>
            <a:off x="935595" y="8291475"/>
            <a:ext cx="381504" cy="272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8349D4-A088-D228-03D0-6E8395C5AF30}"/>
              </a:ext>
            </a:extLst>
          </p:cNvPr>
          <p:cNvSpPr txBox="1"/>
          <p:nvPr/>
        </p:nvSpPr>
        <p:spPr>
          <a:xfrm rot="16200000">
            <a:off x="-823889" y="742244"/>
            <a:ext cx="2017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aDDM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140250-1230-F73D-9402-7D92569C1A3E}"/>
              </a:ext>
            </a:extLst>
          </p:cNvPr>
          <p:cNvSpPr txBox="1"/>
          <p:nvPr/>
        </p:nvSpPr>
        <p:spPr>
          <a:xfrm rot="16200000">
            <a:off x="-823889" y="2774682"/>
            <a:ext cx="2017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OPPaDDM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4E237E-9379-0B6B-B73C-53E82E03875E}"/>
              </a:ext>
            </a:extLst>
          </p:cNvPr>
          <p:cNvSpPr txBox="1"/>
          <p:nvPr/>
        </p:nvSpPr>
        <p:spPr>
          <a:xfrm rot="16200000">
            <a:off x="-823889" y="4814784"/>
            <a:ext cx="2017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TrOPPaDDM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569539-041E-239F-68F1-7D5AF1C8132C}"/>
              </a:ext>
            </a:extLst>
          </p:cNvPr>
          <p:cNvSpPr txBox="1"/>
          <p:nvPr/>
        </p:nvSpPr>
        <p:spPr>
          <a:xfrm rot="16200000">
            <a:off x="-823889" y="6839558"/>
            <a:ext cx="2017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AddDDM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F4897A-5E17-20D3-3B4A-15C8DCEDC17E}"/>
              </a:ext>
            </a:extLst>
          </p:cNvPr>
          <p:cNvSpPr txBox="1"/>
          <p:nvPr/>
        </p:nvSpPr>
        <p:spPr>
          <a:xfrm rot="16200000">
            <a:off x="-823889" y="8864332"/>
            <a:ext cx="2017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RaDDM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082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5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Eum, Brenden</dc:creator>
  <cp:lastModifiedBy>Eum, Brenden</cp:lastModifiedBy>
  <cp:revision>8</cp:revision>
  <dcterms:created xsi:type="dcterms:W3CDTF">2024-03-29T06:30:48Z</dcterms:created>
  <dcterms:modified xsi:type="dcterms:W3CDTF">2024-07-03T21:44:40Z</dcterms:modified>
</cp:coreProperties>
</file>