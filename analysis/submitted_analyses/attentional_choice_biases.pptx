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sldIdLst>
    <p:sldId id="257" r:id="rId2"/>
  </p:sldIdLst>
  <p:sldSz cx="16459200" cy="7772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283"/>
    <p:restoredTop sz="94767"/>
  </p:normalViewPr>
  <p:slideViewPr>
    <p:cSldViewPr snapToGrid="0">
      <p:cViewPr>
        <p:scale>
          <a:sx n="70" d="100"/>
          <a:sy n="70" d="100"/>
        </p:scale>
        <p:origin x="1712" y="9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57400" y="1272011"/>
            <a:ext cx="12344400" cy="2705947"/>
          </a:xfrm>
        </p:spPr>
        <p:txBody>
          <a:bodyPr anchor="b"/>
          <a:lstStyle>
            <a:lvl1pPr algn="ctr">
              <a:defRPr sz="6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57400" y="4082310"/>
            <a:ext cx="12344400" cy="1876530"/>
          </a:xfrm>
        </p:spPr>
        <p:txBody>
          <a:bodyPr/>
          <a:lstStyle>
            <a:lvl1pPr marL="0" indent="0" algn="ctr">
              <a:buNone/>
              <a:defRPr sz="2720"/>
            </a:lvl1pPr>
            <a:lvl2pPr marL="518145" indent="0" algn="ctr">
              <a:buNone/>
              <a:defRPr sz="2267"/>
            </a:lvl2pPr>
            <a:lvl3pPr marL="1036290" indent="0" algn="ctr">
              <a:buNone/>
              <a:defRPr sz="2040"/>
            </a:lvl3pPr>
            <a:lvl4pPr marL="1554434" indent="0" algn="ctr">
              <a:buNone/>
              <a:defRPr sz="1813"/>
            </a:lvl4pPr>
            <a:lvl5pPr marL="2072579" indent="0" algn="ctr">
              <a:buNone/>
              <a:defRPr sz="1813"/>
            </a:lvl5pPr>
            <a:lvl6pPr marL="2590724" indent="0" algn="ctr">
              <a:buNone/>
              <a:defRPr sz="1813"/>
            </a:lvl6pPr>
            <a:lvl7pPr marL="3108869" indent="0" algn="ctr">
              <a:buNone/>
              <a:defRPr sz="1813"/>
            </a:lvl7pPr>
            <a:lvl8pPr marL="3627013" indent="0" algn="ctr">
              <a:buNone/>
              <a:defRPr sz="1813"/>
            </a:lvl8pPr>
            <a:lvl9pPr marL="4145158" indent="0" algn="ctr">
              <a:buNone/>
              <a:defRPr sz="181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60B5F-2253-DF41-8690-61B53F1555CE}" type="datetimeFigureOut">
              <a:rPr lang="en-US" smtClean="0"/>
              <a:t>7/2/24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823EF-133B-4947-A6DC-D1A9D6E2AF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7584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60B5F-2253-DF41-8690-61B53F1555CE}" type="datetimeFigureOut">
              <a:rPr lang="en-US" smtClean="0"/>
              <a:t>7/2/24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823EF-133B-4947-A6DC-D1A9D6E2AF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2332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2997" y="1937704"/>
            <a:ext cx="14196060" cy="3233102"/>
          </a:xfrm>
        </p:spPr>
        <p:txBody>
          <a:bodyPr anchor="b"/>
          <a:lstStyle>
            <a:lvl1pPr>
              <a:defRPr sz="6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2997" y="5201392"/>
            <a:ext cx="14196060" cy="1700212"/>
          </a:xfrm>
        </p:spPr>
        <p:txBody>
          <a:bodyPr/>
          <a:lstStyle>
            <a:lvl1pPr marL="0" indent="0">
              <a:buNone/>
              <a:defRPr sz="2720">
                <a:solidFill>
                  <a:schemeClr val="tx1">
                    <a:tint val="75000"/>
                  </a:schemeClr>
                </a:solidFill>
              </a:defRPr>
            </a:lvl1pPr>
            <a:lvl2pPr marL="518145" indent="0">
              <a:buNone/>
              <a:defRPr sz="2267">
                <a:solidFill>
                  <a:schemeClr val="tx1">
                    <a:tint val="75000"/>
                  </a:schemeClr>
                </a:solidFill>
              </a:defRPr>
            </a:lvl2pPr>
            <a:lvl3pPr marL="1036290" indent="0">
              <a:buNone/>
              <a:defRPr sz="2040">
                <a:solidFill>
                  <a:schemeClr val="tx1">
                    <a:tint val="75000"/>
                  </a:schemeClr>
                </a:solidFill>
              </a:defRPr>
            </a:lvl3pPr>
            <a:lvl4pPr marL="1554434" indent="0">
              <a:buNone/>
              <a:defRPr sz="1813">
                <a:solidFill>
                  <a:schemeClr val="tx1">
                    <a:tint val="75000"/>
                  </a:schemeClr>
                </a:solidFill>
              </a:defRPr>
            </a:lvl4pPr>
            <a:lvl5pPr marL="2072579" indent="0">
              <a:buNone/>
              <a:defRPr sz="1813">
                <a:solidFill>
                  <a:schemeClr val="tx1">
                    <a:tint val="75000"/>
                  </a:schemeClr>
                </a:solidFill>
              </a:defRPr>
            </a:lvl5pPr>
            <a:lvl6pPr marL="2590724" indent="0">
              <a:buNone/>
              <a:defRPr sz="1813">
                <a:solidFill>
                  <a:schemeClr val="tx1">
                    <a:tint val="75000"/>
                  </a:schemeClr>
                </a:solidFill>
              </a:defRPr>
            </a:lvl6pPr>
            <a:lvl7pPr marL="3108869" indent="0">
              <a:buNone/>
              <a:defRPr sz="1813">
                <a:solidFill>
                  <a:schemeClr val="tx1">
                    <a:tint val="75000"/>
                  </a:schemeClr>
                </a:solidFill>
              </a:defRPr>
            </a:lvl7pPr>
            <a:lvl8pPr marL="3627013" indent="0">
              <a:buNone/>
              <a:defRPr sz="1813">
                <a:solidFill>
                  <a:schemeClr val="tx1">
                    <a:tint val="75000"/>
                  </a:schemeClr>
                </a:solidFill>
              </a:defRPr>
            </a:lvl8pPr>
            <a:lvl9pPr marL="4145158" indent="0">
              <a:buNone/>
              <a:defRPr sz="181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60B5F-2253-DF41-8690-61B53F1555CE}" type="datetimeFigureOut">
              <a:rPr lang="en-US" smtClean="0"/>
              <a:t>7/2/24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823EF-133B-4947-A6DC-D1A9D6E2AF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2963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31570" y="2069042"/>
            <a:ext cx="699516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32470" y="2069042"/>
            <a:ext cx="699516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60B5F-2253-DF41-8690-61B53F1555CE}" type="datetimeFigureOut">
              <a:rPr lang="en-US" smtClean="0"/>
              <a:t>7/2/24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823EF-133B-4947-A6DC-D1A9D6E2AF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9816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3714" y="413809"/>
            <a:ext cx="14196060" cy="1502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33715" y="1905318"/>
            <a:ext cx="6963012" cy="933767"/>
          </a:xfrm>
        </p:spPr>
        <p:txBody>
          <a:bodyPr anchor="b"/>
          <a:lstStyle>
            <a:lvl1pPr marL="0" indent="0">
              <a:buNone/>
              <a:defRPr sz="2720" b="1"/>
            </a:lvl1pPr>
            <a:lvl2pPr marL="518145" indent="0">
              <a:buNone/>
              <a:defRPr sz="2267" b="1"/>
            </a:lvl2pPr>
            <a:lvl3pPr marL="1036290" indent="0">
              <a:buNone/>
              <a:defRPr sz="2040" b="1"/>
            </a:lvl3pPr>
            <a:lvl4pPr marL="1554434" indent="0">
              <a:buNone/>
              <a:defRPr sz="1813" b="1"/>
            </a:lvl4pPr>
            <a:lvl5pPr marL="2072579" indent="0">
              <a:buNone/>
              <a:defRPr sz="1813" b="1"/>
            </a:lvl5pPr>
            <a:lvl6pPr marL="2590724" indent="0">
              <a:buNone/>
              <a:defRPr sz="1813" b="1"/>
            </a:lvl6pPr>
            <a:lvl7pPr marL="3108869" indent="0">
              <a:buNone/>
              <a:defRPr sz="1813" b="1"/>
            </a:lvl7pPr>
            <a:lvl8pPr marL="3627013" indent="0">
              <a:buNone/>
              <a:defRPr sz="1813" b="1"/>
            </a:lvl8pPr>
            <a:lvl9pPr marL="4145158" indent="0">
              <a:buNone/>
              <a:defRPr sz="181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33715" y="2839085"/>
            <a:ext cx="6963012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332470" y="1905318"/>
            <a:ext cx="6997304" cy="933767"/>
          </a:xfrm>
        </p:spPr>
        <p:txBody>
          <a:bodyPr anchor="b"/>
          <a:lstStyle>
            <a:lvl1pPr marL="0" indent="0">
              <a:buNone/>
              <a:defRPr sz="2720" b="1"/>
            </a:lvl1pPr>
            <a:lvl2pPr marL="518145" indent="0">
              <a:buNone/>
              <a:defRPr sz="2267" b="1"/>
            </a:lvl2pPr>
            <a:lvl3pPr marL="1036290" indent="0">
              <a:buNone/>
              <a:defRPr sz="2040" b="1"/>
            </a:lvl3pPr>
            <a:lvl4pPr marL="1554434" indent="0">
              <a:buNone/>
              <a:defRPr sz="1813" b="1"/>
            </a:lvl4pPr>
            <a:lvl5pPr marL="2072579" indent="0">
              <a:buNone/>
              <a:defRPr sz="1813" b="1"/>
            </a:lvl5pPr>
            <a:lvl6pPr marL="2590724" indent="0">
              <a:buNone/>
              <a:defRPr sz="1813" b="1"/>
            </a:lvl6pPr>
            <a:lvl7pPr marL="3108869" indent="0">
              <a:buNone/>
              <a:defRPr sz="1813" b="1"/>
            </a:lvl7pPr>
            <a:lvl8pPr marL="3627013" indent="0">
              <a:buNone/>
              <a:defRPr sz="1813" b="1"/>
            </a:lvl8pPr>
            <a:lvl9pPr marL="4145158" indent="0">
              <a:buNone/>
              <a:defRPr sz="181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332470" y="2839085"/>
            <a:ext cx="6997304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60B5F-2253-DF41-8690-61B53F1555CE}" type="datetimeFigureOut">
              <a:rPr lang="en-US" smtClean="0"/>
              <a:t>7/2/24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823EF-133B-4947-A6DC-D1A9D6E2AF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191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60B5F-2253-DF41-8690-61B53F1555CE}" type="datetimeFigureOut">
              <a:rPr lang="en-US" smtClean="0"/>
              <a:t>7/2/24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823EF-133B-4947-A6DC-D1A9D6E2AF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3086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60B5F-2253-DF41-8690-61B53F1555CE}" type="datetimeFigureOut">
              <a:rPr lang="en-US" smtClean="0"/>
              <a:t>7/2/24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823EF-133B-4947-A6DC-D1A9D6E2AF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0527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3714" y="518160"/>
            <a:ext cx="5308520" cy="1813560"/>
          </a:xfrm>
        </p:spPr>
        <p:txBody>
          <a:bodyPr anchor="b"/>
          <a:lstStyle>
            <a:lvl1pPr>
              <a:defRPr sz="362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97304" y="1119082"/>
            <a:ext cx="8332470" cy="5523442"/>
          </a:xfrm>
        </p:spPr>
        <p:txBody>
          <a:bodyPr/>
          <a:lstStyle>
            <a:lvl1pPr>
              <a:defRPr sz="3627"/>
            </a:lvl1pPr>
            <a:lvl2pPr>
              <a:defRPr sz="3173"/>
            </a:lvl2pPr>
            <a:lvl3pPr>
              <a:defRPr sz="2720"/>
            </a:lvl3pPr>
            <a:lvl4pPr>
              <a:defRPr sz="2267"/>
            </a:lvl4pPr>
            <a:lvl5pPr>
              <a:defRPr sz="2267"/>
            </a:lvl5pPr>
            <a:lvl6pPr>
              <a:defRPr sz="2267"/>
            </a:lvl6pPr>
            <a:lvl7pPr>
              <a:defRPr sz="2267"/>
            </a:lvl7pPr>
            <a:lvl8pPr>
              <a:defRPr sz="2267"/>
            </a:lvl8pPr>
            <a:lvl9pPr>
              <a:defRPr sz="22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33714" y="2331720"/>
            <a:ext cx="5308520" cy="4319800"/>
          </a:xfrm>
        </p:spPr>
        <p:txBody>
          <a:bodyPr/>
          <a:lstStyle>
            <a:lvl1pPr marL="0" indent="0">
              <a:buNone/>
              <a:defRPr sz="1813"/>
            </a:lvl1pPr>
            <a:lvl2pPr marL="518145" indent="0">
              <a:buNone/>
              <a:defRPr sz="1587"/>
            </a:lvl2pPr>
            <a:lvl3pPr marL="1036290" indent="0">
              <a:buNone/>
              <a:defRPr sz="1360"/>
            </a:lvl3pPr>
            <a:lvl4pPr marL="1554434" indent="0">
              <a:buNone/>
              <a:defRPr sz="1133"/>
            </a:lvl4pPr>
            <a:lvl5pPr marL="2072579" indent="0">
              <a:buNone/>
              <a:defRPr sz="1133"/>
            </a:lvl5pPr>
            <a:lvl6pPr marL="2590724" indent="0">
              <a:buNone/>
              <a:defRPr sz="1133"/>
            </a:lvl6pPr>
            <a:lvl7pPr marL="3108869" indent="0">
              <a:buNone/>
              <a:defRPr sz="1133"/>
            </a:lvl7pPr>
            <a:lvl8pPr marL="3627013" indent="0">
              <a:buNone/>
              <a:defRPr sz="1133"/>
            </a:lvl8pPr>
            <a:lvl9pPr marL="4145158" indent="0">
              <a:buNone/>
              <a:defRPr sz="11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60B5F-2253-DF41-8690-61B53F1555CE}" type="datetimeFigureOut">
              <a:rPr lang="en-US" smtClean="0"/>
              <a:t>7/2/24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823EF-133B-4947-A6DC-D1A9D6E2AF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8877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3714" y="518160"/>
            <a:ext cx="5308520" cy="1813560"/>
          </a:xfrm>
        </p:spPr>
        <p:txBody>
          <a:bodyPr anchor="b"/>
          <a:lstStyle>
            <a:lvl1pPr>
              <a:defRPr sz="362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97304" y="1119082"/>
            <a:ext cx="8332470" cy="5523442"/>
          </a:xfrm>
        </p:spPr>
        <p:txBody>
          <a:bodyPr anchor="t"/>
          <a:lstStyle>
            <a:lvl1pPr marL="0" indent="0">
              <a:buNone/>
              <a:defRPr sz="3627"/>
            </a:lvl1pPr>
            <a:lvl2pPr marL="518145" indent="0">
              <a:buNone/>
              <a:defRPr sz="3173"/>
            </a:lvl2pPr>
            <a:lvl3pPr marL="1036290" indent="0">
              <a:buNone/>
              <a:defRPr sz="2720"/>
            </a:lvl3pPr>
            <a:lvl4pPr marL="1554434" indent="0">
              <a:buNone/>
              <a:defRPr sz="2267"/>
            </a:lvl4pPr>
            <a:lvl5pPr marL="2072579" indent="0">
              <a:buNone/>
              <a:defRPr sz="2267"/>
            </a:lvl5pPr>
            <a:lvl6pPr marL="2590724" indent="0">
              <a:buNone/>
              <a:defRPr sz="2267"/>
            </a:lvl6pPr>
            <a:lvl7pPr marL="3108869" indent="0">
              <a:buNone/>
              <a:defRPr sz="2267"/>
            </a:lvl7pPr>
            <a:lvl8pPr marL="3627013" indent="0">
              <a:buNone/>
              <a:defRPr sz="2267"/>
            </a:lvl8pPr>
            <a:lvl9pPr marL="4145158" indent="0">
              <a:buNone/>
              <a:defRPr sz="22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33714" y="2331720"/>
            <a:ext cx="5308520" cy="4319800"/>
          </a:xfrm>
        </p:spPr>
        <p:txBody>
          <a:bodyPr/>
          <a:lstStyle>
            <a:lvl1pPr marL="0" indent="0">
              <a:buNone/>
              <a:defRPr sz="1813"/>
            </a:lvl1pPr>
            <a:lvl2pPr marL="518145" indent="0">
              <a:buNone/>
              <a:defRPr sz="1587"/>
            </a:lvl2pPr>
            <a:lvl3pPr marL="1036290" indent="0">
              <a:buNone/>
              <a:defRPr sz="1360"/>
            </a:lvl3pPr>
            <a:lvl4pPr marL="1554434" indent="0">
              <a:buNone/>
              <a:defRPr sz="1133"/>
            </a:lvl4pPr>
            <a:lvl5pPr marL="2072579" indent="0">
              <a:buNone/>
              <a:defRPr sz="1133"/>
            </a:lvl5pPr>
            <a:lvl6pPr marL="2590724" indent="0">
              <a:buNone/>
              <a:defRPr sz="1133"/>
            </a:lvl6pPr>
            <a:lvl7pPr marL="3108869" indent="0">
              <a:buNone/>
              <a:defRPr sz="1133"/>
            </a:lvl7pPr>
            <a:lvl8pPr marL="3627013" indent="0">
              <a:buNone/>
              <a:defRPr sz="1133"/>
            </a:lvl8pPr>
            <a:lvl9pPr marL="4145158" indent="0">
              <a:buNone/>
              <a:defRPr sz="11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60B5F-2253-DF41-8690-61B53F1555CE}" type="datetimeFigureOut">
              <a:rPr lang="en-US" smtClean="0"/>
              <a:t>7/2/24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823EF-133B-4947-A6DC-D1A9D6E2AF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6215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60B5F-2253-DF41-8690-61B53F1555CE}" type="datetimeFigureOut">
              <a:rPr lang="en-US" smtClean="0"/>
              <a:t>7/2/24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823EF-133B-4947-A6DC-D1A9D6E2AF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664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778615" y="413808"/>
            <a:ext cx="3549015" cy="65867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31570" y="413808"/>
            <a:ext cx="10441305" cy="65867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60B5F-2253-DF41-8690-61B53F1555CE}" type="datetimeFigureOut">
              <a:rPr lang="en-US" smtClean="0"/>
              <a:t>7/2/24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823EF-133B-4947-A6DC-D1A9D6E2AF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481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31570" y="413809"/>
            <a:ext cx="14196060" cy="15023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31570" y="2069042"/>
            <a:ext cx="14196060" cy="49315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31570" y="7203864"/>
            <a:ext cx="370332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C60B5F-2253-DF41-8690-61B53F1555CE}" type="datetimeFigureOut">
              <a:rPr lang="en-US" smtClean="0"/>
              <a:t>7/2/24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452110" y="7203864"/>
            <a:ext cx="555498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24310" y="7203864"/>
            <a:ext cx="370332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A823EF-133B-4947-A6DC-D1A9D6E2AF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9231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1036290" rtl="0" eaLnBrk="1" latinLnBrk="0" hangingPunct="1">
        <a:lnSpc>
          <a:spcPct val="90000"/>
        </a:lnSpc>
        <a:spcBef>
          <a:spcPct val="0"/>
        </a:spcBef>
        <a:buNone/>
        <a:defRPr sz="498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9072" indent="-259072" algn="l" defTabSz="1036290" rtl="0" eaLnBrk="1" latinLnBrk="0" hangingPunct="1">
        <a:lnSpc>
          <a:spcPct val="90000"/>
        </a:lnSpc>
        <a:spcBef>
          <a:spcPts val="1133"/>
        </a:spcBef>
        <a:buFont typeface="Arial" panose="020B0604020202020204" pitchFamily="34" charset="0"/>
        <a:buChar char="•"/>
        <a:defRPr sz="3173" kern="1200">
          <a:solidFill>
            <a:schemeClr val="tx1"/>
          </a:solidFill>
          <a:latin typeface="+mn-lt"/>
          <a:ea typeface="+mn-ea"/>
          <a:cs typeface="+mn-cs"/>
        </a:defRPr>
      </a:lvl1pPr>
      <a:lvl2pPr marL="777217" indent="-259072" algn="l" defTabSz="1036290" rtl="0" eaLnBrk="1" latinLnBrk="0" hangingPunct="1">
        <a:lnSpc>
          <a:spcPct val="90000"/>
        </a:lnSpc>
        <a:spcBef>
          <a:spcPts val="567"/>
        </a:spcBef>
        <a:buFont typeface="Arial" panose="020B0604020202020204" pitchFamily="34" charset="0"/>
        <a:buChar char="•"/>
        <a:defRPr sz="2720" kern="1200">
          <a:solidFill>
            <a:schemeClr val="tx1"/>
          </a:solidFill>
          <a:latin typeface="+mn-lt"/>
          <a:ea typeface="+mn-ea"/>
          <a:cs typeface="+mn-cs"/>
        </a:defRPr>
      </a:lvl2pPr>
      <a:lvl3pPr marL="1295362" indent="-259072" algn="l" defTabSz="1036290" rtl="0" eaLnBrk="1" latinLnBrk="0" hangingPunct="1">
        <a:lnSpc>
          <a:spcPct val="90000"/>
        </a:lnSpc>
        <a:spcBef>
          <a:spcPts val="567"/>
        </a:spcBef>
        <a:buFont typeface="Arial" panose="020B0604020202020204" pitchFamily="34" charset="0"/>
        <a:buChar char="•"/>
        <a:defRPr sz="2267" kern="1200">
          <a:solidFill>
            <a:schemeClr val="tx1"/>
          </a:solidFill>
          <a:latin typeface="+mn-lt"/>
          <a:ea typeface="+mn-ea"/>
          <a:cs typeface="+mn-cs"/>
        </a:defRPr>
      </a:lvl3pPr>
      <a:lvl4pPr marL="1813507" indent="-259072" algn="l" defTabSz="1036290" rtl="0" eaLnBrk="1" latinLnBrk="0" hangingPunct="1">
        <a:lnSpc>
          <a:spcPct val="90000"/>
        </a:lnSpc>
        <a:spcBef>
          <a:spcPts val="567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4pPr>
      <a:lvl5pPr marL="2331651" indent="-259072" algn="l" defTabSz="1036290" rtl="0" eaLnBrk="1" latinLnBrk="0" hangingPunct="1">
        <a:lnSpc>
          <a:spcPct val="90000"/>
        </a:lnSpc>
        <a:spcBef>
          <a:spcPts val="567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5pPr>
      <a:lvl6pPr marL="2849796" indent="-259072" algn="l" defTabSz="1036290" rtl="0" eaLnBrk="1" latinLnBrk="0" hangingPunct="1">
        <a:lnSpc>
          <a:spcPct val="90000"/>
        </a:lnSpc>
        <a:spcBef>
          <a:spcPts val="567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6pPr>
      <a:lvl7pPr marL="3367941" indent="-259072" algn="l" defTabSz="1036290" rtl="0" eaLnBrk="1" latinLnBrk="0" hangingPunct="1">
        <a:lnSpc>
          <a:spcPct val="90000"/>
        </a:lnSpc>
        <a:spcBef>
          <a:spcPts val="567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7pPr>
      <a:lvl8pPr marL="3886086" indent="-259072" algn="l" defTabSz="1036290" rtl="0" eaLnBrk="1" latinLnBrk="0" hangingPunct="1">
        <a:lnSpc>
          <a:spcPct val="90000"/>
        </a:lnSpc>
        <a:spcBef>
          <a:spcPts val="567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8pPr>
      <a:lvl9pPr marL="4404230" indent="-259072" algn="l" defTabSz="1036290" rtl="0" eaLnBrk="1" latinLnBrk="0" hangingPunct="1">
        <a:lnSpc>
          <a:spcPct val="90000"/>
        </a:lnSpc>
        <a:spcBef>
          <a:spcPts val="567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36290" rtl="0" eaLnBrk="1" latinLnBrk="0" hangingPunct="1">
        <a:defRPr sz="2040" kern="1200">
          <a:solidFill>
            <a:schemeClr val="tx1"/>
          </a:solidFill>
          <a:latin typeface="+mn-lt"/>
          <a:ea typeface="+mn-ea"/>
          <a:cs typeface="+mn-cs"/>
        </a:defRPr>
      </a:lvl1pPr>
      <a:lvl2pPr marL="518145" algn="l" defTabSz="1036290" rtl="0" eaLnBrk="1" latinLnBrk="0" hangingPunct="1">
        <a:defRPr sz="2040" kern="1200">
          <a:solidFill>
            <a:schemeClr val="tx1"/>
          </a:solidFill>
          <a:latin typeface="+mn-lt"/>
          <a:ea typeface="+mn-ea"/>
          <a:cs typeface="+mn-cs"/>
        </a:defRPr>
      </a:lvl2pPr>
      <a:lvl3pPr marL="1036290" algn="l" defTabSz="1036290" rtl="0" eaLnBrk="1" latinLnBrk="0" hangingPunct="1">
        <a:defRPr sz="2040" kern="1200">
          <a:solidFill>
            <a:schemeClr val="tx1"/>
          </a:solidFill>
          <a:latin typeface="+mn-lt"/>
          <a:ea typeface="+mn-ea"/>
          <a:cs typeface="+mn-cs"/>
        </a:defRPr>
      </a:lvl3pPr>
      <a:lvl4pPr marL="1554434" algn="l" defTabSz="1036290" rtl="0" eaLnBrk="1" latinLnBrk="0" hangingPunct="1">
        <a:defRPr sz="2040" kern="1200">
          <a:solidFill>
            <a:schemeClr val="tx1"/>
          </a:solidFill>
          <a:latin typeface="+mn-lt"/>
          <a:ea typeface="+mn-ea"/>
          <a:cs typeface="+mn-cs"/>
        </a:defRPr>
      </a:lvl4pPr>
      <a:lvl5pPr marL="2072579" algn="l" defTabSz="1036290" rtl="0" eaLnBrk="1" latinLnBrk="0" hangingPunct="1">
        <a:defRPr sz="2040" kern="1200">
          <a:solidFill>
            <a:schemeClr val="tx1"/>
          </a:solidFill>
          <a:latin typeface="+mn-lt"/>
          <a:ea typeface="+mn-ea"/>
          <a:cs typeface="+mn-cs"/>
        </a:defRPr>
      </a:lvl5pPr>
      <a:lvl6pPr marL="2590724" algn="l" defTabSz="1036290" rtl="0" eaLnBrk="1" latinLnBrk="0" hangingPunct="1">
        <a:defRPr sz="2040" kern="1200">
          <a:solidFill>
            <a:schemeClr val="tx1"/>
          </a:solidFill>
          <a:latin typeface="+mn-lt"/>
          <a:ea typeface="+mn-ea"/>
          <a:cs typeface="+mn-cs"/>
        </a:defRPr>
      </a:lvl6pPr>
      <a:lvl7pPr marL="3108869" algn="l" defTabSz="1036290" rtl="0" eaLnBrk="1" latinLnBrk="0" hangingPunct="1">
        <a:defRPr sz="2040" kern="1200">
          <a:solidFill>
            <a:schemeClr val="tx1"/>
          </a:solidFill>
          <a:latin typeface="+mn-lt"/>
          <a:ea typeface="+mn-ea"/>
          <a:cs typeface="+mn-cs"/>
        </a:defRPr>
      </a:lvl7pPr>
      <a:lvl8pPr marL="3627013" algn="l" defTabSz="1036290" rtl="0" eaLnBrk="1" latinLnBrk="0" hangingPunct="1">
        <a:defRPr sz="2040" kern="1200">
          <a:solidFill>
            <a:schemeClr val="tx1"/>
          </a:solidFill>
          <a:latin typeface="+mn-lt"/>
          <a:ea typeface="+mn-ea"/>
          <a:cs typeface="+mn-cs"/>
        </a:defRPr>
      </a:lvl8pPr>
      <a:lvl9pPr marL="4145158" algn="l" defTabSz="1036290" rtl="0" eaLnBrk="1" latinLnBrk="0" hangingPunct="1">
        <a:defRPr sz="20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7" Type="http://schemas.openxmlformats.org/officeDocument/2006/relationships/image" Target="../media/image6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emf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DCA4023-4452-6232-927B-57B8F875D6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457200"/>
            <a:ext cx="5486400" cy="365760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F90C09B0-7B55-6926-448A-8644EBE569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"/>
            <a:ext cx="5486400" cy="3657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524F7D9-4C07-1B3F-623E-225F0A6A1E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114800"/>
            <a:ext cx="5486400" cy="36576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00143626-0CF6-4979-7ED4-FACE9ECB4C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72800" y="4114800"/>
            <a:ext cx="5486400" cy="3657600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4214D08E-94AA-0A67-F6AD-ADCEB5C089A0}"/>
              </a:ext>
            </a:extLst>
          </p:cNvPr>
          <p:cNvSpPr/>
          <p:nvPr/>
        </p:nvSpPr>
        <p:spPr>
          <a:xfrm>
            <a:off x="1561335" y="668956"/>
            <a:ext cx="900546" cy="13676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F6C39AE6-76B1-FE2C-8A58-723A610F980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00" y="457200"/>
            <a:ext cx="5486400" cy="3657600"/>
          </a:xfrm>
          <a:prstGeom prst="rect">
            <a:avLst/>
          </a:prstGeom>
        </p:spPr>
      </p:pic>
      <p:sp>
        <p:nvSpPr>
          <p:cNvPr id="38" name="Rectangle 37">
            <a:extLst>
              <a:ext uri="{FF2B5EF4-FFF2-40B4-BE49-F238E27FC236}">
                <a16:creationId xmlns:a16="http://schemas.microsoft.com/office/drawing/2014/main" id="{795F9AB0-1414-E61F-B445-D049DD5D4AB6}"/>
              </a:ext>
            </a:extLst>
          </p:cNvPr>
          <p:cNvSpPr/>
          <p:nvPr/>
        </p:nvSpPr>
        <p:spPr>
          <a:xfrm>
            <a:off x="7047735" y="668956"/>
            <a:ext cx="900546" cy="13676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84F92D3-66DB-217B-B07C-5CF468CDF53E}"/>
              </a:ext>
            </a:extLst>
          </p:cNvPr>
          <p:cNvSpPr txBox="1"/>
          <p:nvPr/>
        </p:nvSpPr>
        <p:spPr>
          <a:xfrm>
            <a:off x="3" y="0"/>
            <a:ext cx="54863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Exploratory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947FF92-BD1E-A7B0-E812-35142170F7EE}"/>
              </a:ext>
            </a:extLst>
          </p:cNvPr>
          <p:cNvSpPr txBox="1"/>
          <p:nvPr/>
        </p:nvSpPr>
        <p:spPr>
          <a:xfrm>
            <a:off x="5486404" y="0"/>
            <a:ext cx="54863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Confirmatory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DEC6994-ED94-6146-FB59-6DE48EB48947}"/>
              </a:ext>
            </a:extLst>
          </p:cNvPr>
          <p:cNvSpPr txBox="1"/>
          <p:nvPr/>
        </p:nvSpPr>
        <p:spPr>
          <a:xfrm>
            <a:off x="10972802" y="0"/>
            <a:ext cx="54863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Joint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25E1F45-F059-ADC5-8D8A-3D45D945443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0" y="4114800"/>
            <a:ext cx="5486400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76293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16</TotalTime>
  <Words>3</Words>
  <Application>Microsoft Macintosh PowerPoint</Application>
  <PresentationFormat>Custom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Eum, Brenden</dc:creator>
  <cp:lastModifiedBy>Eum, Brenden</cp:lastModifiedBy>
  <cp:revision>7</cp:revision>
  <dcterms:created xsi:type="dcterms:W3CDTF">2024-01-26T18:27:11Z</dcterms:created>
  <dcterms:modified xsi:type="dcterms:W3CDTF">2024-07-02T22:08:02Z</dcterms:modified>
</cp:coreProperties>
</file>