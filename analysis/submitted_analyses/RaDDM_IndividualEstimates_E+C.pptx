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8" r:id="rId1"/>
  </p:sldMasterIdLst>
  <p:sldIdLst>
    <p:sldId id="257" r:id="rId2"/>
  </p:sldIdLst>
  <p:sldSz cx="9875838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CE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4"/>
    <p:restoredTop sz="94663"/>
  </p:normalViewPr>
  <p:slideViewPr>
    <p:cSldViewPr snapToGrid="0">
      <p:cViewPr varScale="1">
        <p:scale>
          <a:sx n="97" d="100"/>
          <a:sy n="97" d="100"/>
        </p:scale>
        <p:origin x="217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0688" y="1346836"/>
            <a:ext cx="8394462" cy="2865120"/>
          </a:xfrm>
        </p:spPr>
        <p:txBody>
          <a:bodyPr anchor="b"/>
          <a:lstStyle>
            <a:lvl1pPr algn="ctr">
              <a:defRPr sz="6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4480" y="4322446"/>
            <a:ext cx="7406879" cy="1986914"/>
          </a:xfrm>
        </p:spPr>
        <p:txBody>
          <a:bodyPr/>
          <a:lstStyle>
            <a:lvl1pPr marL="0" indent="0" algn="ctr">
              <a:buNone/>
              <a:defRPr sz="2592"/>
            </a:lvl1pPr>
            <a:lvl2pPr marL="493776" indent="0" algn="ctr">
              <a:buNone/>
              <a:defRPr sz="2160"/>
            </a:lvl2pPr>
            <a:lvl3pPr marL="987552" indent="0" algn="ctr">
              <a:buNone/>
              <a:defRPr sz="1944"/>
            </a:lvl3pPr>
            <a:lvl4pPr marL="1481328" indent="0" algn="ctr">
              <a:buNone/>
              <a:defRPr sz="1728"/>
            </a:lvl4pPr>
            <a:lvl5pPr marL="1975104" indent="0" algn="ctr">
              <a:buNone/>
              <a:defRPr sz="1728"/>
            </a:lvl5pPr>
            <a:lvl6pPr marL="2468880" indent="0" algn="ctr">
              <a:buNone/>
              <a:defRPr sz="1728"/>
            </a:lvl6pPr>
            <a:lvl7pPr marL="2962656" indent="0" algn="ctr">
              <a:buNone/>
              <a:defRPr sz="1728"/>
            </a:lvl7pPr>
            <a:lvl8pPr marL="3456432" indent="0" algn="ctr">
              <a:buNone/>
              <a:defRPr sz="1728"/>
            </a:lvl8pPr>
            <a:lvl9pPr marL="3950208" indent="0" algn="ctr">
              <a:buNone/>
              <a:defRPr sz="172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416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667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3821" y="2051688"/>
            <a:ext cx="8517910" cy="3423284"/>
          </a:xfrm>
        </p:spPr>
        <p:txBody>
          <a:bodyPr anchor="b"/>
          <a:lstStyle>
            <a:lvl1pPr>
              <a:defRPr sz="6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3821" y="5507358"/>
            <a:ext cx="8517910" cy="1800224"/>
          </a:xfrm>
        </p:spPr>
        <p:txBody>
          <a:bodyPr/>
          <a:lstStyle>
            <a:lvl1pPr marL="0" indent="0">
              <a:buNone/>
              <a:defRPr sz="2592">
                <a:solidFill>
                  <a:schemeClr val="tx1"/>
                </a:solidFill>
              </a:defRPr>
            </a:lvl1pPr>
            <a:lvl2pPr marL="493776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987552" indent="0">
              <a:buNone/>
              <a:defRPr sz="1944">
                <a:solidFill>
                  <a:schemeClr val="tx1">
                    <a:tint val="75000"/>
                  </a:schemeClr>
                </a:solidFill>
              </a:defRPr>
            </a:lvl3pPr>
            <a:lvl4pPr marL="1481328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4pPr>
            <a:lvl5pPr marL="1975104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5pPr>
            <a:lvl6pPr marL="2468880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6pPr>
            <a:lvl7pPr marL="2962656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7pPr>
            <a:lvl8pPr marL="3456432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8pPr>
            <a:lvl9pPr marL="3950208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386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8964" y="2190750"/>
            <a:ext cx="4197231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9643" y="2190750"/>
            <a:ext cx="4197231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576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250" y="438152"/>
            <a:ext cx="851791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251" y="2017396"/>
            <a:ext cx="4177942" cy="988694"/>
          </a:xfrm>
        </p:spPr>
        <p:txBody>
          <a:bodyPr anchor="b"/>
          <a:lstStyle>
            <a:lvl1pPr marL="0" indent="0">
              <a:buNone/>
              <a:defRPr sz="2592" b="1"/>
            </a:lvl1pPr>
            <a:lvl2pPr marL="493776" indent="0">
              <a:buNone/>
              <a:defRPr sz="2160" b="1"/>
            </a:lvl2pPr>
            <a:lvl3pPr marL="987552" indent="0">
              <a:buNone/>
              <a:defRPr sz="1944" b="1"/>
            </a:lvl3pPr>
            <a:lvl4pPr marL="1481328" indent="0">
              <a:buNone/>
              <a:defRPr sz="1728" b="1"/>
            </a:lvl4pPr>
            <a:lvl5pPr marL="1975104" indent="0">
              <a:buNone/>
              <a:defRPr sz="1728" b="1"/>
            </a:lvl5pPr>
            <a:lvl6pPr marL="2468880" indent="0">
              <a:buNone/>
              <a:defRPr sz="1728" b="1"/>
            </a:lvl6pPr>
            <a:lvl7pPr marL="2962656" indent="0">
              <a:buNone/>
              <a:defRPr sz="1728" b="1"/>
            </a:lvl7pPr>
            <a:lvl8pPr marL="3456432" indent="0">
              <a:buNone/>
              <a:defRPr sz="1728" b="1"/>
            </a:lvl8pPr>
            <a:lvl9pPr marL="3950208" indent="0">
              <a:buNone/>
              <a:defRPr sz="17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251" y="3006090"/>
            <a:ext cx="4177942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99644" y="2017396"/>
            <a:ext cx="4198517" cy="988694"/>
          </a:xfrm>
        </p:spPr>
        <p:txBody>
          <a:bodyPr anchor="b"/>
          <a:lstStyle>
            <a:lvl1pPr marL="0" indent="0">
              <a:buNone/>
              <a:defRPr sz="2592" b="1"/>
            </a:lvl1pPr>
            <a:lvl2pPr marL="493776" indent="0">
              <a:buNone/>
              <a:defRPr sz="2160" b="1"/>
            </a:lvl2pPr>
            <a:lvl3pPr marL="987552" indent="0">
              <a:buNone/>
              <a:defRPr sz="1944" b="1"/>
            </a:lvl3pPr>
            <a:lvl4pPr marL="1481328" indent="0">
              <a:buNone/>
              <a:defRPr sz="1728" b="1"/>
            </a:lvl4pPr>
            <a:lvl5pPr marL="1975104" indent="0">
              <a:buNone/>
              <a:defRPr sz="1728" b="1"/>
            </a:lvl5pPr>
            <a:lvl6pPr marL="2468880" indent="0">
              <a:buNone/>
              <a:defRPr sz="1728" b="1"/>
            </a:lvl6pPr>
            <a:lvl7pPr marL="2962656" indent="0">
              <a:buNone/>
              <a:defRPr sz="1728" b="1"/>
            </a:lvl7pPr>
            <a:lvl8pPr marL="3456432" indent="0">
              <a:buNone/>
              <a:defRPr sz="1728" b="1"/>
            </a:lvl8pPr>
            <a:lvl9pPr marL="3950208" indent="0">
              <a:buNone/>
              <a:defRPr sz="17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99644" y="3006090"/>
            <a:ext cx="4198517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7/1/24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065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7/1/24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725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7/1/24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801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250" y="548640"/>
            <a:ext cx="3185215" cy="1920240"/>
          </a:xfrm>
        </p:spPr>
        <p:txBody>
          <a:bodyPr anchor="b"/>
          <a:lstStyle>
            <a:lvl1pPr>
              <a:defRPr sz="34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8517" y="1184912"/>
            <a:ext cx="4999643" cy="5848350"/>
          </a:xfrm>
        </p:spPr>
        <p:txBody>
          <a:bodyPr/>
          <a:lstStyle>
            <a:lvl1pPr>
              <a:defRPr sz="3456"/>
            </a:lvl1pPr>
            <a:lvl2pPr>
              <a:defRPr sz="3024"/>
            </a:lvl2pPr>
            <a:lvl3pPr>
              <a:defRPr sz="2592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250" y="2468880"/>
            <a:ext cx="3185215" cy="4573906"/>
          </a:xfrm>
        </p:spPr>
        <p:txBody>
          <a:bodyPr/>
          <a:lstStyle>
            <a:lvl1pPr marL="0" indent="0">
              <a:buNone/>
              <a:defRPr sz="1728"/>
            </a:lvl1pPr>
            <a:lvl2pPr marL="493776" indent="0">
              <a:buNone/>
              <a:defRPr sz="1512"/>
            </a:lvl2pPr>
            <a:lvl3pPr marL="987552" indent="0">
              <a:buNone/>
              <a:defRPr sz="1296"/>
            </a:lvl3pPr>
            <a:lvl4pPr marL="1481328" indent="0">
              <a:buNone/>
              <a:defRPr sz="1080"/>
            </a:lvl4pPr>
            <a:lvl5pPr marL="1975104" indent="0">
              <a:buNone/>
              <a:defRPr sz="1080"/>
            </a:lvl5pPr>
            <a:lvl6pPr marL="2468880" indent="0">
              <a:buNone/>
              <a:defRPr sz="1080"/>
            </a:lvl6pPr>
            <a:lvl7pPr marL="2962656" indent="0">
              <a:buNone/>
              <a:defRPr sz="1080"/>
            </a:lvl7pPr>
            <a:lvl8pPr marL="3456432" indent="0">
              <a:buNone/>
              <a:defRPr sz="1080"/>
            </a:lvl8pPr>
            <a:lvl9pPr marL="3950208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98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250" y="548640"/>
            <a:ext cx="3185215" cy="1920240"/>
          </a:xfrm>
        </p:spPr>
        <p:txBody>
          <a:bodyPr anchor="b"/>
          <a:lstStyle>
            <a:lvl1pPr>
              <a:defRPr sz="34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98517" y="1184912"/>
            <a:ext cx="4999643" cy="5848350"/>
          </a:xfrm>
        </p:spPr>
        <p:txBody>
          <a:bodyPr anchor="t"/>
          <a:lstStyle>
            <a:lvl1pPr marL="0" indent="0">
              <a:buNone/>
              <a:defRPr sz="3456"/>
            </a:lvl1pPr>
            <a:lvl2pPr marL="493776" indent="0">
              <a:buNone/>
              <a:defRPr sz="3024"/>
            </a:lvl2pPr>
            <a:lvl3pPr marL="987552" indent="0">
              <a:buNone/>
              <a:defRPr sz="2592"/>
            </a:lvl3pPr>
            <a:lvl4pPr marL="1481328" indent="0">
              <a:buNone/>
              <a:defRPr sz="2160"/>
            </a:lvl4pPr>
            <a:lvl5pPr marL="1975104" indent="0">
              <a:buNone/>
              <a:defRPr sz="2160"/>
            </a:lvl5pPr>
            <a:lvl6pPr marL="2468880" indent="0">
              <a:buNone/>
              <a:defRPr sz="2160"/>
            </a:lvl6pPr>
            <a:lvl7pPr marL="2962656" indent="0">
              <a:buNone/>
              <a:defRPr sz="2160"/>
            </a:lvl7pPr>
            <a:lvl8pPr marL="3456432" indent="0">
              <a:buNone/>
              <a:defRPr sz="2160"/>
            </a:lvl8pPr>
            <a:lvl9pPr marL="3950208" indent="0">
              <a:buNone/>
              <a:defRPr sz="21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250" y="2468880"/>
            <a:ext cx="3185215" cy="4573906"/>
          </a:xfrm>
        </p:spPr>
        <p:txBody>
          <a:bodyPr/>
          <a:lstStyle>
            <a:lvl1pPr marL="0" indent="0">
              <a:buNone/>
              <a:defRPr sz="1728"/>
            </a:lvl1pPr>
            <a:lvl2pPr marL="493776" indent="0">
              <a:buNone/>
              <a:defRPr sz="1512"/>
            </a:lvl2pPr>
            <a:lvl3pPr marL="987552" indent="0">
              <a:buNone/>
              <a:defRPr sz="1296"/>
            </a:lvl3pPr>
            <a:lvl4pPr marL="1481328" indent="0">
              <a:buNone/>
              <a:defRPr sz="1080"/>
            </a:lvl4pPr>
            <a:lvl5pPr marL="1975104" indent="0">
              <a:buNone/>
              <a:defRPr sz="1080"/>
            </a:lvl5pPr>
            <a:lvl6pPr marL="2468880" indent="0">
              <a:buNone/>
              <a:defRPr sz="1080"/>
            </a:lvl6pPr>
            <a:lvl7pPr marL="2962656" indent="0">
              <a:buNone/>
              <a:defRPr sz="1080"/>
            </a:lvl7pPr>
            <a:lvl8pPr marL="3456432" indent="0">
              <a:buNone/>
              <a:defRPr sz="1080"/>
            </a:lvl8pPr>
            <a:lvl9pPr marL="3950208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97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850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67397" y="438150"/>
            <a:ext cx="2129478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8964" y="438150"/>
            <a:ext cx="6264985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490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964" y="438152"/>
            <a:ext cx="851791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964" y="2190750"/>
            <a:ext cx="851791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8964" y="7627622"/>
            <a:ext cx="222206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0B5F-2253-DF41-8690-61B53F1555CE}" type="datetimeFigureOut">
              <a:rPr lang="en-US" smtClean="0"/>
              <a:t>7/1/24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71372" y="7627622"/>
            <a:ext cx="3333095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74810" y="7627622"/>
            <a:ext cx="222206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63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l" defTabSz="987552" rtl="0" eaLnBrk="1" latinLnBrk="0" hangingPunct="1">
        <a:lnSpc>
          <a:spcPct val="90000"/>
        </a:lnSpc>
        <a:spcBef>
          <a:spcPct val="0"/>
        </a:spcBef>
        <a:buNone/>
        <a:defRPr sz="475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87552" rtl="0" eaLnBrk="1" latinLnBrk="0" hangingPunct="1">
        <a:lnSpc>
          <a:spcPct val="90000"/>
        </a:lnSpc>
        <a:spcBef>
          <a:spcPts val="108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2592" kern="1200">
          <a:solidFill>
            <a:schemeClr val="tx1"/>
          </a:solidFill>
          <a:latin typeface="+mn-lt"/>
          <a:ea typeface="+mn-ea"/>
          <a:cs typeface="+mn-cs"/>
        </a:defRPr>
      </a:lvl2pPr>
      <a:lvl3pPr marL="1234440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728216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4pPr>
      <a:lvl5pPr marL="2221992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5pPr>
      <a:lvl6pPr marL="2715768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6pPr>
      <a:lvl7pPr marL="3209544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7pPr>
      <a:lvl8pPr marL="3703320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8pPr>
      <a:lvl9pPr marL="4197096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2pPr>
      <a:lvl3pPr marL="987552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3pPr>
      <a:lvl4pPr marL="1481328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4pPr>
      <a:lvl5pPr marL="1975104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5pPr>
      <a:lvl6pPr marL="2468880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6pPr>
      <a:lvl7pPr marL="2962656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7pPr>
      <a:lvl8pPr marL="3456432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8pPr>
      <a:lvl9pPr marL="3950208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AEC54E-E6D2-B114-5C4C-8AA25E3F2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80" y="-90"/>
            <a:ext cx="9405257" cy="4114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E62FA59-25B6-2EA2-1BB2-275EE0563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581" y="4114800"/>
            <a:ext cx="9405257" cy="4114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9E1621-45F5-0E44-8AE7-A27A3F167BBB}"/>
              </a:ext>
            </a:extLst>
          </p:cNvPr>
          <p:cNvSpPr txBox="1"/>
          <p:nvPr/>
        </p:nvSpPr>
        <p:spPr>
          <a:xfrm rot="16200000">
            <a:off x="-1611218" y="1611219"/>
            <a:ext cx="3684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/>
              <a:t>Exploratory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FD002C-597E-27AE-5BF2-45F12AD9ABE3}"/>
              </a:ext>
            </a:extLst>
          </p:cNvPr>
          <p:cNvSpPr txBox="1"/>
          <p:nvPr/>
        </p:nvSpPr>
        <p:spPr>
          <a:xfrm rot="16200000">
            <a:off x="-1602304" y="5725931"/>
            <a:ext cx="36841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/>
              <a:t>Confirmatory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F70099-8625-C289-F0DE-8539D10A67AE}"/>
              </a:ext>
            </a:extLst>
          </p:cNvPr>
          <p:cNvSpPr/>
          <p:nvPr/>
        </p:nvSpPr>
        <p:spPr>
          <a:xfrm>
            <a:off x="8049276" y="-181"/>
            <a:ext cx="1826561" cy="82297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F507551-7F9D-29F2-6CCF-F5A32560769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158"/>
          <a:stretch/>
        </p:blipFill>
        <p:spPr>
          <a:xfrm>
            <a:off x="8009623" y="2057400"/>
            <a:ext cx="1866214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629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185</TotalTime>
  <Words>2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Eum, Brenden</dc:creator>
  <cp:lastModifiedBy>Eum, Brenden</cp:lastModifiedBy>
  <cp:revision>24</cp:revision>
  <cp:lastPrinted>2024-05-17T01:42:47Z</cp:lastPrinted>
  <dcterms:created xsi:type="dcterms:W3CDTF">2024-01-26T18:27:11Z</dcterms:created>
  <dcterms:modified xsi:type="dcterms:W3CDTF">2024-07-01T18:51:34Z</dcterms:modified>
</cp:coreProperties>
</file>